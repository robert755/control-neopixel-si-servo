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54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Control NeoPixel și Servomotor – Proiect IoT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 smtClean="0"/>
              <a:t>Autor: Ciceu Robert </a:t>
            </a:r>
            <a:endParaRPr lang="en-US" dirty="0" smtClean="0"/>
          </a:p>
          <a:p>
            <a:r>
              <a:rPr lang="en-US" dirty="0" smtClean="0"/>
              <a:t>Sfechis Maria</a:t>
            </a:r>
            <a:r>
              <a:rPr lang="vi-VN" dirty="0" smtClean="0"/>
              <a:t> </a:t>
            </a:r>
            <a:endParaRPr lang="en-US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Introducere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Într-o lume tot mai conectată, tehnologiile IoT sunt esențiale pentru îmbunătățirea calității vieții</a:t>
            </a:r>
            <a:r>
              <a:rPr lang="vi-VN" dirty="0" smtClean="0"/>
              <a:t>.</a:t>
            </a:r>
            <a:endParaRPr lang="en-US" dirty="0" smtClean="0"/>
          </a:p>
          <a:p>
            <a:r>
              <a:rPr lang="vi-VN" dirty="0" smtClean="0"/>
              <a:t>Proiectul </a:t>
            </a:r>
            <a:r>
              <a:rPr lang="vi-VN" dirty="0" smtClean="0"/>
              <a:t>propus integrează controlul hardware (NeoPixel și servomotor) printr-o interfață web.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Obiective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Crearea unei interfețe web pentru controlul dispozitivelor hardware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Configurarea </a:t>
            </a:r>
            <a:r>
              <a:rPr lang="en-US" dirty="0" smtClean="0"/>
              <a:t>și programarea unui Arduino pentru controlul NeoPixel și al servomotorului</a:t>
            </a:r>
            <a:r>
              <a:rPr lang="en-US" dirty="0" smtClean="0"/>
              <a:t>.</a:t>
            </a:r>
          </a:p>
          <a:p>
            <a:r>
              <a:rPr lang="en-US" dirty="0" smtClean="0"/>
              <a:t>Testarea </a:t>
            </a:r>
            <a:r>
              <a:rPr lang="en-US" dirty="0" smtClean="0"/>
              <a:t>și evaluarea sistemului.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Tehnologii Utilizate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Hardware</a:t>
            </a:r>
            <a:r>
              <a:rPr lang="en-US" dirty="0" smtClean="0"/>
              <a:t>: Arduino Uno, LED-uri NeoPixel, servomotor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Software</a:t>
            </a:r>
            <a:r>
              <a:rPr lang="en-US" dirty="0" smtClean="0"/>
              <a:t>: Arduino IDE, Python (Flask), PySerial.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smtClean="0"/>
              <a:t>Descrierea </a:t>
            </a:r>
            <a:r>
              <a:rPr lang="vi-VN" dirty="0" smtClean="0"/>
              <a:t>Implementăr</a:t>
            </a:r>
            <a:r>
              <a:rPr lang="en-US" dirty="0" smtClean="0"/>
              <a:t>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Programarea microcontrolerului pentru controlul NeoPixel și servomotorului</a:t>
            </a:r>
            <a:r>
              <a:rPr lang="en-US" dirty="0" smtClean="0"/>
              <a:t>.</a:t>
            </a:r>
          </a:p>
          <a:p>
            <a:r>
              <a:rPr lang="en-US" dirty="0" smtClean="0"/>
              <a:t>Crearea </a:t>
            </a:r>
            <a:r>
              <a:rPr lang="en-US" dirty="0" smtClean="0"/>
              <a:t>unui server Flask pentru gestionarea comenzilor trimise de utilizator prin interfața web.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pROTOTIP</a:t>
            </a:r>
            <a:endParaRPr lang="en-US" dirty="0"/>
          </a:p>
        </p:txBody>
      </p:sp>
      <p:pic>
        <p:nvPicPr>
          <p:cNvPr id="4" name="Content Placeholder 3" descr="396c1914-f611-4952-83a2-dc213cad404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6505" y="1609725"/>
            <a:ext cx="5400389" cy="4846638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Interfata Web</a:t>
            </a:r>
            <a:endParaRPr lang="en-US" dirty="0"/>
          </a:p>
        </p:txBody>
      </p:sp>
      <p:pic>
        <p:nvPicPr>
          <p:cNvPr id="4" name="Content Placeholder 3" descr="frontenbd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997075"/>
            <a:ext cx="7239000" cy="4071938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Testare și Validare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Testarea funcționalităților hardware (LED-uri și servomotor</a:t>
            </a:r>
            <a:r>
              <a:rPr lang="vi-VN" dirty="0" smtClean="0"/>
              <a:t>).</a:t>
            </a:r>
            <a:endParaRPr lang="en-US" dirty="0" smtClean="0"/>
          </a:p>
          <a:p>
            <a:r>
              <a:rPr lang="vi-VN" dirty="0" smtClean="0"/>
              <a:t>Validarea </a:t>
            </a:r>
            <a:r>
              <a:rPr lang="vi-VN" dirty="0" smtClean="0"/>
              <a:t>performanței interfeței web și comunicarea în timp real cu Arduino.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cONCLUZII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Proiectul a demonstrat un sistem IoT funcțional și </a:t>
            </a:r>
            <a:r>
              <a:rPr lang="vi-VN" dirty="0" smtClean="0"/>
              <a:t>fiabil</a:t>
            </a:r>
            <a:endParaRPr lang="en-US" dirty="0" smtClean="0"/>
          </a:p>
          <a:p>
            <a:r>
              <a:rPr lang="vi-VN" dirty="0" smtClean="0"/>
              <a:t>.</a:t>
            </a:r>
            <a:r>
              <a:rPr lang="vi-VN" dirty="0" smtClean="0"/>
              <a:t>A fost realizată o integrare eficientă între hardware și software.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33600"/>
            <a:ext cx="7239000" cy="1143000"/>
          </a:xfrm>
        </p:spPr>
        <p:txBody>
          <a:bodyPr/>
          <a:lstStyle/>
          <a:p>
            <a:pPr algn="ctr"/>
            <a:r>
              <a:rPr lang="en-US" dirty="0" smtClean="0"/>
              <a:t>Multumim pentru Atentie!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27EED153E77E43A468C30B820E3521" ma:contentTypeVersion="12" ma:contentTypeDescription="Create a new document." ma:contentTypeScope="" ma:versionID="d2955eb1205db1f567537e31a52714ec">
  <xsd:schema xmlns:xsd="http://www.w3.org/2001/XMLSchema" xmlns:xs="http://www.w3.org/2001/XMLSchema" xmlns:p="http://schemas.microsoft.com/office/2006/metadata/properties" xmlns:ns2="a54cb943-ba7c-4790-82b5-649708bb8439" xmlns:ns3="c12e6c34-cb66-42b7-801d-abbea5cf0103" targetNamespace="http://schemas.microsoft.com/office/2006/metadata/properties" ma:root="true" ma:fieldsID="532d541fe86f9f806249bde913c860b6" ns2:_="" ns3:_="">
    <xsd:import namespace="a54cb943-ba7c-4790-82b5-649708bb8439"/>
    <xsd:import namespace="c12e6c34-cb66-42b7-801d-abbea5cf01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4cb943-ba7c-4790-82b5-649708bb84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4a520e9-238f-4391-a566-21dd424747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2e6c34-cb66-42b7-801d-abbea5cf010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0c7d13c-2e3c-4188-96d9-f0ec3b724834}" ma:internalName="TaxCatchAll" ma:showField="CatchAllData" ma:web="c12e6c34-cb66-42b7-801d-abbea5cf01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12e6c34-cb66-42b7-801d-abbea5cf0103" xsi:nil="true"/>
    <lcf76f155ced4ddcb4097134ff3c332f xmlns="a54cb943-ba7c-4790-82b5-649708bb843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DA00AC1-483E-4D43-A6CE-EC2B10124456}"/>
</file>

<file path=customXml/itemProps2.xml><?xml version="1.0" encoding="utf-8"?>
<ds:datastoreItem xmlns:ds="http://schemas.openxmlformats.org/officeDocument/2006/customXml" ds:itemID="{F272377B-8FD6-4628-A939-ACF2D0661453}"/>
</file>

<file path=customXml/itemProps3.xml><?xml version="1.0" encoding="utf-8"?>
<ds:datastoreItem xmlns:ds="http://schemas.openxmlformats.org/officeDocument/2006/customXml" ds:itemID="{6647C005-B8C7-4FA5-8D68-1C5544087973}"/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4</TotalTime>
  <Words>170</Words>
  <Application>Microsoft Office PowerPoint</Application>
  <PresentationFormat>On-screen Show (4:3)</PresentationFormat>
  <Paragraphs>25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Opulent</vt:lpstr>
      <vt:lpstr>Control NeoPixel și Servomotor – Proiect IoT</vt:lpstr>
      <vt:lpstr>Introducere</vt:lpstr>
      <vt:lpstr>Obiective</vt:lpstr>
      <vt:lpstr>Tehnologii Utilizate</vt:lpstr>
      <vt:lpstr>Descrierea ImplementărII</vt:lpstr>
      <vt:lpstr>pROTOTIP</vt:lpstr>
      <vt:lpstr>Interfata Web</vt:lpstr>
      <vt:lpstr>Testare și Validare</vt:lpstr>
      <vt:lpstr>cONCLUZII</vt:lpstr>
      <vt:lpstr>Multumim pentru Atentie!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NeoPixel și Servomotor – Proiect IoT</dc:title>
  <dc:creator/>
  <cp:lastModifiedBy>Ciceu</cp:lastModifiedBy>
  <cp:revision>2</cp:revision>
  <dcterms:created xsi:type="dcterms:W3CDTF">2006-08-16T00:00:00Z</dcterms:created>
  <dcterms:modified xsi:type="dcterms:W3CDTF">2025-01-12T16:21:46Z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0x010100D427EED153E77E43A468C30B820E3521</vt:lpwstr>
  </property>
</Properties>
</file>